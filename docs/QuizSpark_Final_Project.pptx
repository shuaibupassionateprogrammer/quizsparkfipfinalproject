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QuizSpark – Student Quiz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Final Internship Project</a:t>
            </a:r>
          </a:p>
          <a:p>
            <a:r>
              <a:t>Author: Ibrahim Shuaibu Isa</a:t>
            </a:r>
          </a:p>
          <a:p>
            <a:r>
              <a:t>Organization: FlexiSaf Edusoft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web-based quiz system for self-assessment using MCQs.</a:t>
            </a:r>
          </a:p>
          <a:p>
            <a:r>
              <a:t>Built with pure HTML, CSS, and JavaScript.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Engaging quiz experience</a:t>
            </a:r>
          </a:p>
          <a:p>
            <a:r>
              <a:t>• Scoring &amp; leaderboard</a:t>
            </a:r>
          </a:p>
          <a:p>
            <a:r>
              <a:t>• Responsive design</a:t>
            </a:r>
          </a:p>
          <a:p>
            <a:r>
              <a:t>• Demonstrate JavaScript &amp; DOM mastery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Timed quizzes</a:t>
            </a:r>
          </a:p>
          <a:p>
            <a:r>
              <a:t>• Instant feedback</a:t>
            </a:r>
          </a:p>
          <a:p>
            <a:r>
              <a:t>• Progress tracking</a:t>
            </a:r>
          </a:p>
          <a:p>
            <a:r>
              <a:t>• LocalStorage leaderboard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Categories &amp; difficulty levels</a:t>
            </a:r>
          </a:p>
          <a:p>
            <a:r>
              <a:t>• Theme switching</a:t>
            </a:r>
          </a:p>
          <a:p>
            <a:r>
              <a:t>• Keyboard shortcuts</a:t>
            </a:r>
          </a:p>
          <a:p>
            <a:r>
              <a:t>• Gamification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HTML5</a:t>
            </a:r>
          </a:p>
          <a:p>
            <a:r>
              <a:t>• CSS3 (Grid, Flexbox)</a:t>
            </a:r>
          </a:p>
          <a:p>
            <a:r>
              <a:t>• JavaScript (ES6+)</a:t>
            </a:r>
          </a:p>
          <a:p>
            <a:r>
              <a:t>• Web APIs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Modular file structure with separation of concerns.</a:t>
            </a:r>
          </a:p>
          <a:p>
            <a:r>
              <a:t>State managed via JavaScript classes.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Cross-browser testing</a:t>
            </a:r>
          </a:p>
          <a:p>
            <a:r>
              <a:t>• Lighthouse score 95+</a:t>
            </a:r>
          </a:p>
          <a:p>
            <a:r>
              <a:t>• Optimized DOM updates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Advanced DOM manipulation</a:t>
            </a:r>
          </a:p>
          <a:p>
            <a:r>
              <a:t>• Web API usage</a:t>
            </a:r>
          </a:p>
          <a:p>
            <a:r>
              <a:t>• Responsive design mastery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QuizSpark demonstrates professional frontend skills and readiness for real-world projects.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